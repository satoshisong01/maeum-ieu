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2011680"/>
            <a:ext cx="5486400" cy="5486400"/>
          </a:xfrm>
          <a:prstGeom prst="ellipse">
            <a:avLst/>
          </a:prstGeom>
          <a:solidFill>
            <a:srgbClr val="0E7C86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3931920"/>
            <a:ext cx="4572000" cy="4572000"/>
          </a:xfrm>
          <a:prstGeom prst="ellipse">
            <a:avLst/>
          </a:prstGeom>
          <a:solidFill>
            <a:srgbClr val="13A8A0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0" dirty="0">
                <a:solidFill>
                  <a:srgbClr val="000000"/>
                </a:solidFill>
              </a:rPr>
              <a:t>💛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886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설명서 — 처음 시작하는 분들을 위한 안내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4617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어르신과 가족을 위한 AI 마음 동반자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마음이음이 무엇인가요?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E873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💛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AI 동반자와 도란도란 이야기를 나누면, 마음과 기억 건강을 자연스럽게 살펴 드려요.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위급한 순간에는 가족에게 알려 드립니다.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22960" y="306324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057400" y="333756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3337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💬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005840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대화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05840" y="4846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손주 같은 AI와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편하게 이야기해요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306324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760720" y="333756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0" y="3337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🧠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709160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 건강 살핌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709160" y="4846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속에서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자연스럽게 확인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29600" y="306324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464040" y="333756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21" name="Text 19"/>
          <p:cNvSpPr/>
          <p:nvPr/>
        </p:nvSpPr>
        <p:spPr>
          <a:xfrm>
            <a:off x="9464040" y="3337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🔔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412480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알림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412480" y="4846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위급할 때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가족에게 연락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딱 3단계예요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11680" y="2697480"/>
            <a:ext cx="1005840" cy="10058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005840" y="38862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회원가입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5840" y="44348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이메일과 비밀번호로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간단하게 가입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160520" y="2377440"/>
            <a:ext cx="5486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4400" dirty="0"/>
          </a:p>
        </p:txBody>
      </p:sp>
      <p:sp>
        <p:nvSpPr>
          <p:cNvPr id="14" name="Shape 12"/>
          <p:cNvSpPr/>
          <p:nvPr/>
        </p:nvSpPr>
        <p:spPr>
          <a:xfrm>
            <a:off x="4709160" y="237744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2697480"/>
            <a:ext cx="1005840" cy="10058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892040" y="38862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동의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892040" y="44348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건강정보 이용에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동의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046720" y="2377440"/>
            <a:ext cx="5486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4400" dirty="0"/>
          </a:p>
        </p:txBody>
      </p:sp>
      <p:sp>
        <p:nvSpPr>
          <p:cNvPr id="20" name="Shape 18"/>
          <p:cNvSpPr/>
          <p:nvPr/>
        </p:nvSpPr>
        <p:spPr>
          <a:xfrm>
            <a:off x="8595360" y="237744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784080" y="2697480"/>
            <a:ext cx="1005840" cy="10058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Text 20"/>
          <p:cNvSpPr/>
          <p:nvPr/>
        </p:nvSpPr>
        <p:spPr>
          <a:xfrm>
            <a:off x="9784080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8778240" y="38862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시작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778240" y="44348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동반자와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나누기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회원가입 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92024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2148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계정인가요?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097280" y="269748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EAF4F3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28346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👵  사용자 (어르신)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280160" y="329184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대화하시는 분. 결과는 본인에게 보이지 않아요.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97280" y="411480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F3E7DF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425196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 전문가·보호자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280160" y="470916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가족·의료인. 코드로 연결해 결과를 봅니다.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192024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92240" y="2148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입력하나요?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697480"/>
            <a:ext cx="45720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✔"/>
            </a:pPr>
            <a:r>
              <a:rPr lang="en-US" sz="17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필요해요</a:t>
            </a:r>
            <a:endParaRPr lang="en-US" sz="170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이메일, 비밀번호(8자 이상)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✔"/>
            </a:pPr>
            <a:r>
              <a:rPr lang="en-US" sz="17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있으면 더 좋아요</a:t>
            </a:r>
            <a:endParaRPr lang="en-US" sz="17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성별</a:t>
            </a:r>
            <a:endParaRPr lang="en-US" sz="17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 이름 · 연락처</a:t>
            </a:r>
            <a:endParaRPr lang="en-US" sz="1700" dirty="0"/>
          </a:p>
          <a:p>
            <a:pPr lvl="1" indent="0" marL="0"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이름 · 부를 호칭 (예: 민지, 할머니)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후 [회원가입] 버튼을 누르면 끝!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약관에 동의하기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920240"/>
            <a:ext cx="60350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21488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동의하나요?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697480"/>
            <a:ext cx="5577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✔"/>
            </a:pPr>
            <a:r>
              <a:rPr lang="en-US" sz="17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내용으로 마음·기억 건강을 살피는 것</a:t>
            </a:r>
            <a:endParaRPr lang="en-US" sz="17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✔"/>
            </a:pPr>
            <a:r>
              <a:rPr lang="en-US" sz="17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위급할 때 보호자에게 알리는 것</a:t>
            </a:r>
            <a:endParaRPr lang="en-US" sz="1700" dirty="0"/>
          </a:p>
          <a:p>
            <a:pPr marL="342900" indent="-342900">
              <a:lnSpc>
                <a:spcPct val="110000"/>
              </a:lnSpc>
              <a:buSzPct val="100000"/>
              <a:buChar char="✔"/>
            </a:pPr>
            <a:r>
              <a:rPr lang="en-US" sz="17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연결한 보호자·전문가에게 결과 요약 제공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521208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☑  한 번만 체크하고 [동의하고 시작하기]를 누르면 돼요.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0" y="1920240"/>
            <a:ext cx="4206240" cy="4023360"/>
          </a:xfrm>
          <a:prstGeom prst="roundRect">
            <a:avLst>
              <a:gd name="adj" fmla="val 2727"/>
            </a:avLst>
          </a:prstGeom>
          <a:solidFill>
            <a:srgbClr val="0B4F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06640" y="2240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🔒  안심하세요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406640" y="292608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일상 대화 원문은</a:t>
            </a:r>
            <a:endParaRPr lang="en-US" sz="1800" dirty="0"/>
          </a:p>
          <a:p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가족·전문가에게도 비공개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요약과 ‘걱정되는 발화’만</a:t>
            </a:r>
            <a:endParaRPr lang="en-US" sz="1800" dirty="0"/>
          </a:p>
          <a:p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전달됩니다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동의는 언제든 철회 가능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시작하기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011680"/>
            <a:ext cx="51206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143000" y="2331720"/>
            <a:ext cx="1188720" cy="11887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3317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🎤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2514600" y="22402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부르면 시작돼요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514600" y="2834640"/>
            <a:ext cx="329184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앱을 열고 AI 이름을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부르면 바로 대화가 시작돼요.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(예: "민지야" 또는 "마음아")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버튼을 누를 필요 없어요.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0" y="2011680"/>
            <a:ext cx="51206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720840" y="2331720"/>
            <a:ext cx="1188720" cy="1188720"/>
          </a:xfrm>
          <a:prstGeom prst="ellipse">
            <a:avLst/>
          </a:prstGeom>
          <a:solidFill>
            <a:srgbClr val="E8734A"/>
          </a:solidFill>
          <a:ln/>
        </p:spPr>
      </p:sp>
      <p:sp>
        <p:nvSpPr>
          <p:cNvPr id="13" name="Text 11"/>
          <p:cNvSpPr/>
          <p:nvPr/>
        </p:nvSpPr>
        <p:spPr>
          <a:xfrm>
            <a:off x="6720840" y="23317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💬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092440" y="22402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글자로 대화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092440" y="2834640"/>
            <a:ext cx="329184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어려우시면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아래 [글씨 대화로 전환]을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눌러 직접 쓸 수 있어요.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4983480"/>
            <a:ext cx="10515600" cy="1143000"/>
          </a:xfrm>
          <a:prstGeom prst="roundRect">
            <a:avLst>
              <a:gd name="adj" fmla="val 9600"/>
            </a:avLst>
          </a:prstGeom>
          <a:solidFill>
            <a:srgbClr val="F3E7D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4983480"/>
            <a:ext cx="9966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4B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👵💬  잠깐 쉬고 싶으면 "그만" 하고 말씀하세요. 다시 이야기하고 싶으면 이름을 부르면 돼요.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 건강은 이렇게 살펴요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🧠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1920240"/>
            <a:ext cx="10515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188720" y="1920240"/>
            <a:ext cx="9784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시험을 보지 않아요. 평소 대화 속에서 자연스럽게,</a:t>
            </a:r>
            <a:endParaRPr lang="en-US" sz="2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 없이 기억·시간·언어 건강을 살펴 드립니다.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22960" y="3977640"/>
            <a:ext cx="5120640" cy="1874520"/>
          </a:xfrm>
          <a:prstGeom prst="roundRect">
            <a:avLst>
              <a:gd name="adj" fmla="val 5854"/>
            </a:avLst>
          </a:prstGeom>
          <a:solidFill>
            <a:srgbClr val="EAF4F3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4206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😌  부담이 없어요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097280" y="47091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어르신께는 점수가 보이지 않아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시험처럼 느껴지지 않습니다.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3977640"/>
            <a:ext cx="5120640" cy="1874520"/>
          </a:xfrm>
          <a:prstGeom prst="roundRect">
            <a:avLst>
              <a:gd name="adj" fmla="val 5854"/>
            </a:avLst>
          </a:prstGeom>
          <a:solidFill>
            <a:srgbClr val="F3E7D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4206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  가족은 흐름을 확인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47091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연결된 보호자·전문가는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요약으로 변화를 살핍니다.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가족·전문가와 연결하기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E873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🔗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57400" y="24231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2057400" y="2423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005840" y="3474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 가입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005840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가족·전문가는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'전문가·보호자' 계정으로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가입해요.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2628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60720" y="24231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2423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709160" y="3474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받기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709160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 계정에서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연결용 코드를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발급받아요.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464040" y="24231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Text 18"/>
          <p:cNvSpPr/>
          <p:nvPr/>
        </p:nvSpPr>
        <p:spPr>
          <a:xfrm>
            <a:off x="9464040" y="2423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412480" y="3474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코드로 연결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8412480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어르신이 마이페이지에서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코드를 입력하면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완료!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후에도 일상 대화 원문은 비공개 — 결과 요약과 걱정되는 발화만 공유돼요.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645920"/>
            <a:ext cx="4572000" cy="4572000"/>
          </a:xfrm>
          <a:prstGeom prst="ellipse">
            <a:avLst/>
          </a:prstGeom>
          <a:solidFill>
            <a:srgbClr val="E8734A">
              <a:alpha val="2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315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🔔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2011680" y="8686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위급할 때, 가족에게 바로 알려요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0E5F58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2560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신호를 살펴요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97280" y="310896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“죽고 싶다” 같은 위험한 말</a:t>
            </a:r>
            <a:endParaRPr lang="en-US" sz="17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약을 잘못/많이 드셨을 때</a:t>
            </a:r>
            <a:endParaRPr lang="en-US" sz="17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넘어짐 · 가슴 통증 · 어지럼 등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0E5F58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2560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도와드려요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92240" y="310896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보호자에게 문자·이메일 알림</a:t>
            </a:r>
            <a:endParaRPr lang="en-US" sz="17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어르신과의 대화는 평소처럼</a:t>
            </a:r>
            <a:endParaRPr lang="en-US" sz="17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놀라시지 않게 조용히 연결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보호자 알림은 가입 시 연락처를 입력하면 작동합니다.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개인정보는 안전하게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🔒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57400" y="246888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10" name="Text 8"/>
          <p:cNvSpPr/>
          <p:nvPr/>
        </p:nvSpPr>
        <p:spPr>
          <a:xfrm>
            <a:off x="2057400" y="24688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🤫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005840" y="35204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대화 비공개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05840" y="402336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대화 원문은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누구에게도 공개되지 않아요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2628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60720" y="246888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24688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🔐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709160" y="35204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민감정보 암호화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09160" y="402336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연락처 등 중요한 정보는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암호화해 보관해요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464040" y="246888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</p:sp>
      <p:sp>
        <p:nvSpPr>
          <p:cNvPr id="20" name="Text 18"/>
          <p:cNvSpPr/>
          <p:nvPr/>
        </p:nvSpPr>
        <p:spPr>
          <a:xfrm>
            <a:off x="9464040" y="24688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↩️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412480" y="35204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철회 자유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412480" y="402336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원하시면 언제든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동의를 철회할 수 있어요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알아두면 좋은 팁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2A65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💡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011680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51560" y="201168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68880" y="201168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음성이 잘 안 되면 아래 [글씨 대화로 전환]을 눌러 글자로 대화하세요.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22960" y="3035808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51560" y="3035808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✏️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468880" y="3035808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이름·부르는 호칭은 마이페이지에서 바꿀 수 있어요. 바꾼 이름으로 부르면 돼요.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22960" y="4059936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51560" y="4059936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💊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468880" y="4059936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복약·일과 알림을 등록하면 챙겨 드릴 수 있어요.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22960" y="5084064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51560" y="5084064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🔋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468880" y="5084064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앱이 오래되면 로그인 화면에서 최신 버전을 안내해요.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E7C86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503920" y="3200400"/>
            <a:ext cx="5486400" cy="5486400"/>
          </a:xfrm>
          <a:prstGeom prst="ellipse">
            <a:avLst/>
          </a:prstGeom>
          <a:solidFill>
            <a:srgbClr val="13A8A0">
              <a:alpha val="2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1554480"/>
            <a:ext cx="1216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💛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마음이음과 매일 안부를 나누세요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오늘도 당신의 마음에 귀 기울이겠습니다.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· 도움이 필요하면 보호자 또는 담당 전문가에게 말씀해 주세요.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마음이음 사용 설명서</dc:title>
  <dc:subject>PptxGenJS Presentation</dc:subject>
  <dc:creator>마음이음</dc:creator>
  <cp:lastModifiedBy>마음이음</cp:lastModifiedBy>
  <cp:revision>1</cp:revision>
  <dcterms:created xsi:type="dcterms:W3CDTF">2026-07-09T01:31:52Z</dcterms:created>
  <dcterms:modified xsi:type="dcterms:W3CDTF">2026-07-09T01:31:52Z</dcterms:modified>
</cp:coreProperties>
</file>