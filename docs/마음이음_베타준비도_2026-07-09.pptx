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486400" cy="5486400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931920"/>
            <a:ext cx="4572000" cy="4572000"/>
          </a:xfrm>
          <a:prstGeom prst="ellipse">
            <a:avLst/>
          </a:prstGeom>
          <a:solidFill>
            <a:srgbClr val="13A8A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dirty="0">
                <a:solidFill>
                  <a:srgbClr val="000000"/>
                </a:solidFill>
              </a:rPr>
              <a:t>✅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777240" y="2560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베타 테스트 준비도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FE8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계획(6/23 추진일정) 대비 실적 — 사용자(어르신) · 보호자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C9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7. 9 기준  ·  ★ 테스트 시작 D-4 (7/13)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5394960" cy="777240"/>
          </a:xfrm>
          <a:prstGeom prst="roundRect">
            <a:avLst>
              <a:gd name="adj" fmla="val 16471"/>
            </a:avLst>
          </a:prstGeom>
          <a:solidFill>
            <a:srgbClr val="1E8E5A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50749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판정:  테스트 레디 ◆  (계획 7/10 → 7/9 달성)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베타의 범위 — 4개 트랙 중 T2(사용자·보호자)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72768" y="1371600"/>
            <a:ext cx="2011680" cy="5943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종합현황(6/11)에서 정의한 트랙 구조 그대로 — 이번 파일럿은 「어르신이 대화하고, 보호자가 알림받는」 가치 실증에 집중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60604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이번 베타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T2 · 사용자(어르신)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수다 80% 속 선별 20%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인지·이상·응급 감지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20440" y="2331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0" y="260604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2606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이번 베타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246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보호자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57600" y="40690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모니터링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위급 시 앱 푸시 알림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2331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1F0EC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260604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9AA7A5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606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⏭ 하반기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246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7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T1 · 전문가 검진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40690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표준검사(CIST) AI 대리 시행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의사·간호사·보호사용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281160" y="2331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1F0EC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01200" y="2606040"/>
            <a:ext cx="2057400" cy="457200"/>
          </a:xfrm>
          <a:prstGeom prst="roundRect">
            <a:avLst>
              <a:gd name="adj" fmla="val 20000"/>
            </a:avLst>
          </a:prstGeom>
          <a:solidFill>
            <a:srgbClr val="9AA7A5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2606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⏭ 하반기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418320" y="3246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A7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T3 · 일반인 정신건강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18320" y="40690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우울·불안 자가 검진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(T4 IoT 스피커도 하반기)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참고: T1 검진 모드는 코드상 이미 동작(전문가 대리검진) — 베타 범위에서만 제외, 하반기 정식화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마음이음 · PHASE 1 베타 준비도 (계획 260623 대비 실적) · 2026-07-09 기준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주차별 계획 vs 실적 (W1–W4)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72768" y="1371600"/>
            <a:ext cx="2011680" cy="59436"/>
          </a:xfrm>
          <a:prstGeom prst="rect">
            <a:avLst/>
          </a:prstGeom>
          <a:solidFill>
            <a:srgbClr val="F2A65A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566160"/>
                <a:gridCol w="539496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 (추진일정 260623)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수행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6/19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 확정(사용자·보호자) · 전문가·일반인 보류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 확정 완료 — T2+보호자 집중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6/22–26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어르신 UI·대화/인지/응급 감지 점검 · Vercel·Upstash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출시 전 종합 QA(보안 7건) · 응급 LLM 백스톱 신설 · 결함헌팅 19라운드(안전회귀 159→237) · 백스톱 최적화(호출 79%↓)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초과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6/29–7/3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보호자 연결·대시보드 · 응급→보호자 알림 구현 · 동의·암호화·KPI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FCM 알림 프로드 결함 발견·수정 → 실기기 수신 검증 · DB TLS 인증서 검증 강화 · 사용자·보호자 설명서 2종 + 알림 검증 체크리스트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7/6–10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실기기 음성 · 알림 E2E QA · 운영 모니터링 · 기기·리허설 → ◆테스트 레디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적대 감사(26에이전트)→blocker 5건 당일 수정 · APK v1.0.3(마이크) · 음성 실기기 전항목 검증 · 일일 관제 자동화 · 3일 연속 재검증(high 10건 소탕)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E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 초과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7/13–17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 테스트 시작(외부) · 원격 지원 · 핫픽스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3A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테스트 레디 상태 — 잔여는 현장 준비(보호자 온보딩 리허설·기기 셋업, 외부 담당)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🟢 D-4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마음이음 · PHASE 1 베타 준비도 (계획 260623 대비 실적) · 2026-07-09 기준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0E7C86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트랙별 준비도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72768" y="1371600"/>
            <a:ext cx="2011680" cy="5943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56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어르신 대화·감지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2313432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E3ECE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313432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3913632" y="22585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837944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기본 UX(0탭 시작·이름 호출어·그만/재개) · 안전회귀 275케이스 · 응급 이중 감지(정규식+LLM) · 실기기 검증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9352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보호자 모니터링·위급 알림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14400" y="3392424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E3ECE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392424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3913632" y="33375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916936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연결 → 결과 열람 · FCM 앱 푸시 실기기 도착 검증 · 알림 격상·실행보장 수정 · 일상 대화 원문 비공개(API 레벨 봉합)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941064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40142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인프라·배포·보안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14400" y="4471416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E3ECEA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471416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3913632" y="44165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399592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Vercel + Upstash · DB TLS 인증서 검증 · PII 암호화 · env 게이트(필수 6종) · v1.0.3 APK 배포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020056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5093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테스트 지원·운영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14400" y="5550408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E3ECEA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5550408"/>
            <a:ext cx="2487168" cy="256032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</p:sp>
      <p:sp>
        <p:nvSpPr>
          <p:cNvPr id="28" name="Text 26"/>
          <p:cNvSpPr/>
          <p:nvPr/>
        </p:nvSpPr>
        <p:spPr>
          <a:xfrm>
            <a:off x="3913632" y="549554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85%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0" y="5074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관제 자동화(3일 연속 가동) · 설명서 2종 · 체크리스트 완비 / 잔여: 보호자 온보딩 리허설·기기 셋업(현장 몫)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기술 준비도  ≈ 96%  —  잔여분은 개발이 아닌 현장 준비 항목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마음이음 · PHASE 1 베타 준비도 (계획 260623 대비 실적) · 2026-07-09 기준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E8734A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계획에 없던 초과 달성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72768" y="1371600"/>
            <a:ext cx="2011680" cy="5943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rgbClr val="EAF4F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🕵️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965960" y="20299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적대 감사 3라운드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65960" y="2560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26에이전트 감사 + 매일 재리뷰 — blocker 5·high 10을 현장 대신 사전에 소탕 (음성불능·알림유실·원문노출 등)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103120"/>
            <a:ext cx="868680" cy="868680"/>
          </a:xfrm>
          <a:prstGeom prst="ellipse">
            <a:avLst/>
          </a:prstGeom>
          <a:solidFill>
            <a:srgbClr val="EAF4F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03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🧪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98080" y="20299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테스트 250케이스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25603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안전회귀 275 별도 + 음성 종료패턴 54 매트릭스 고정 — 수정이 회귀를 못 만들게 잠금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160520"/>
            <a:ext cx="868680" cy="868680"/>
          </a:xfrm>
          <a:prstGeom prst="ellipse">
            <a:avLst/>
          </a:prstGeom>
          <a:solidFill>
            <a:srgbClr val="EAF4F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60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🖥️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965960" y="4087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관제 자동화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65960" y="46177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9시 무인 점검(미발송 응급 워치독·폴백률·미연결 감지) — 문제 시에만 팝업, 3일 연속 가동 중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88620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4160520"/>
            <a:ext cx="868680" cy="868680"/>
          </a:xfrm>
          <a:prstGeom prst="ellipse">
            <a:avLst/>
          </a:prstGeom>
          <a:solidFill>
            <a:srgbClr val="EAF4F3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160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498080" y="4087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 백스톱 최적화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0" y="461772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블로킹 LLM 호출 79% 감소(실로그 6,616건 기반) — 일상 대화 빠르게, 안전 손실 0 전수검증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마음이음 · PHASE 1 베타 준비도 (계획 260623 대비 실적) · 2026-07-09 기준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📈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37360" y="6400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보는 준비 상태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E5F58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 안전 회귀 케이스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통과 · 누락 0 전수검증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E5F58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965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테스트(vitest)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종료 매트릭스 54 포함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E5F58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96596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21040" y="2834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beta-blocker 사전 소탕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blocker 5 + high 10 (감사 3회)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E5F58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1148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1.7%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22960" y="4983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 백스톱 발화율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8.4% → 1.7% (지연 79%↓)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9776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E5F58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41148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572000" y="4983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실기기 검증 완료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5394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위급 알림 수신 + 음성 전항목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9776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0E5F58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0" y="41148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8321040" y="4983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무인 관제 연속 가동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21040" y="5394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C9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9시 자동 · 이상 0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F2A65A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시작 전 남은 일 (D-4)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72768" y="1371600"/>
            <a:ext cx="2011680" cy="59436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929384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1E8E5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29384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8013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없음 — 코드 동결 권고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5212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게이트·관제만 유지. 현장 중 핫픽스 체계 대기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33472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825496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25496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697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앱 비밀번호 재발급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217920" y="2679192"/>
            <a:ext cx="5212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 이력 있는 보안 숙제 — Vercel env 갱신 포함 (10분)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29584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721608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E87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2160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593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 온보딩 리허설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217920" y="3575304"/>
            <a:ext cx="5212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보호자별: 앱 설치→가입→코드 연결→알림 권한→테스트 알림 각 1회 실수신 확인 (안내서·체크리스트 완비)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425696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617720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617720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44897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셋업 + 내부 리허설(계획 7/9–10)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217920" y="4471416"/>
            <a:ext cx="5212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어르신 기기 로그인·마이크 허용 · 모의 시나리오 1회 — 계획상 W4 금요일 항목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321808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E3A3A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5513832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F2A65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51383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920240" y="53858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4F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계정 정리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217920" y="5367528"/>
            <a:ext cx="5212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voice.test 계정 삭제(요청 시 즉시) · Vercel Pro 업그레이드 검토(선택)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마음이음 · PHASE 1 베타 준비도 (계획 260623 대비 실적) · 2026-07-09 기준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7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E7C86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200400"/>
            <a:ext cx="5486400" cy="5486400"/>
          </a:xfrm>
          <a:prstGeom prst="ellipse">
            <a:avLst/>
          </a:prstGeom>
          <a:solidFill>
            <a:srgbClr val="13A8A0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34440"/>
            <a:ext cx="1216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🚀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◆ 테스트 레디 — 계획보다 하루 먼저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8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W1–W4 기술 작업 완료(일부 초과 달성) · 실기기 2종 검증 · 무인 관제 가동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7/13(월) ★ 테스트 시작 — 남은 것은 현장 준비 3건뿐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C9C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중 지원 체계: 매일 9시 자동 관제 · 미발송 응급 워치독 · 핫픽스 즉시 배포(Vercel) · 일일 로그 점검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마음이음 PHASE 1 베타 준비도 — 계획 대비 실적</dc:title>
  <dc:subject>PptxGenJS Presentation</dc:subject>
  <dc:creator>마음이음</dc:creator>
  <cp:lastModifiedBy>마음이음</cp:lastModifiedBy>
  <cp:revision>1</cp:revision>
  <dcterms:created xsi:type="dcterms:W3CDTF">2026-07-09T06:47:38Z</dcterms:created>
  <dcterms:modified xsi:type="dcterms:W3CDTF">2026-07-09T06:47:38Z</dcterms:modified>
</cp:coreProperties>
</file>