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E8734A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2588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0000"/>
                </a:solidFill>
              </a:rPr>
              <a:t>🔔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보호자 안내서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C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어르신을 곁에서 지키는 가족을 위해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→ 가입 → 연결 → 알림 켜기, 이 4가지만 하면 됩니다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보호자는 무엇을 하나요?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위급할 때 가장 먼저 아는 사람이 되어주세요. 앱을 연결해 두면, 어르신에게 이슈가 생길 때 보호자님 휴대폰으로 바로 알림이 옵니다.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🔔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 알림 받기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 위급 신호를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휴대폰으로 즉시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4" name="Text 12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👀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요약 확인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인지·마음 건강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변화를 살핌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🔗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연결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한 번으로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안전하게 연결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4단계예요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46888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63040" y="2743200"/>
            <a:ext cx="868680" cy="8686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743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설치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휴대폰에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앱 설치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17520" y="2468880"/>
            <a:ext cx="502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3520440" y="246888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743200"/>
            <a:ext cx="868680" cy="8686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343400" y="2743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611880" y="37947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 가입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611880" y="429768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'전문가·보호자'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유형으로 가입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97880" y="2468880"/>
            <a:ext cx="502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000" dirty="0"/>
          </a:p>
        </p:txBody>
      </p:sp>
      <p:sp>
        <p:nvSpPr>
          <p:cNvPr id="18" name="Shape 16"/>
          <p:cNvSpPr/>
          <p:nvPr/>
        </p:nvSpPr>
        <p:spPr>
          <a:xfrm>
            <a:off x="6400800" y="246888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223760" y="2743200"/>
            <a:ext cx="868680" cy="8686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2743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492240" y="37947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492240" y="429768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코드로 잇기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78240" y="2468880"/>
            <a:ext cx="502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000" dirty="0"/>
          </a:p>
        </p:txBody>
      </p:sp>
      <p:sp>
        <p:nvSpPr>
          <p:cNvPr id="24" name="Shape 22"/>
          <p:cNvSpPr/>
          <p:nvPr/>
        </p:nvSpPr>
        <p:spPr>
          <a:xfrm>
            <a:off x="9281160" y="246888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04120" y="2743200"/>
            <a:ext cx="868680" cy="8686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10104120" y="2743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9372600" y="37947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켜기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372600" y="429768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알림·배터리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허용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앱 설치하기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105156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228600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화면에서 </a:t>
            </a:r>
            <a:pPr indent="0" marL="0">
              <a:buNone/>
            </a:pPr>
            <a:r>
              <a:rPr lang="en-US" sz="20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[📱 안드로이드 앱 다운로드]</a:t>
            </a:r>
            <a:pPr indent="0" marL="0">
              <a:buNone/>
            </a:pPr>
            <a:r>
              <a:rPr lang="en-US" sz="20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를 눌러 설치하세요.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3063240"/>
            <a:ext cx="9784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휴대폰에서 설치합니다 (Play 스토어 정식 출시 전, 임시 파일)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중 ‘출처를 알 수 없는 앱’ 허용을 물으면 허용해 주세요</a:t>
            </a:r>
            <a:endParaRPr lang="en-US" sz="17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 휴대폰이 아니라 ‘보호자 본인’ 휴대폰에 설치합니다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'전문가·보호자'로 가입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60350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화면에서 계정 유형을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3E7DF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80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선택하세요 (어르신은 '사용자'로 가입)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402336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 · 비밀번호(8자 이상)만 있으면 가입 완료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0" y="1920240"/>
            <a:ext cx="4206240" cy="3657600"/>
          </a:xfrm>
          <a:prstGeom prst="roundRect">
            <a:avLst>
              <a:gd name="adj" fmla="val 3000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40664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팁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406640" y="28346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여러 명이면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각자 보호자 계정을 만들어</a:t>
            </a:r>
            <a:endParaRPr lang="en-US" sz="17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어르신께 연결할 수 있어요.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위급 알림이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가족 모두에게 갑니다.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코드로 연결하기 (제일 중요)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5740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57400" y="2331720"/>
            <a:ext cx="914400" cy="91440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8" name="Text 6"/>
          <p:cNvSpPr/>
          <p:nvPr/>
        </p:nvSpPr>
        <p:spPr>
          <a:xfrm>
            <a:off x="205740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발급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화면에서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코드를 발급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205740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760720" y="2331720"/>
            <a:ext cx="914400" cy="91440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70916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전달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0916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알려줌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0" y="205740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64040" y="2331720"/>
            <a:ext cx="914400" cy="91440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18" name="Text 16"/>
          <p:cNvSpPr/>
          <p:nvPr/>
        </p:nvSpPr>
        <p:spPr>
          <a:xfrm>
            <a:off x="946404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41248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입력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12480" y="38404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 마이페이지에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입력 → 연결!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502920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97280" y="502920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 이 연결을 해야만 위급 알림이 보호자님께 갑니다. 설치만 하고 연결 안 하면 알림이 오지 않아요.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알림 켜기 (놓치면 안 됨)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10515600" cy="1417320"/>
          </a:xfrm>
          <a:prstGeom prst="roundRect">
            <a:avLst>
              <a:gd name="adj" fmla="val 7742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1920240"/>
            <a:ext cx="97840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휴대폰이 알림을 막으면, 위급 상황에도 소리가 안 날 수 있어요. 아래 두 가지를 꼭 허용해 주세요.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43000" y="393192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31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🔔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423160" y="39319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권한 허용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423160" y="45262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처음 뜰 때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'알림 허용'을 눌러주세요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361188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20840" y="393192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3931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🔋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001000" y="39319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 최적화 예외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001000" y="452628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꺼져 있어도 알림이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오도록 예외로 설정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(앱이 자동 안내)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000000"/>
                </a:solidFill>
              </a:rPr>
              <a:t>🚨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 알림이 오면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5A2620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8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즉시 응급 (빨강)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어르신께 연락</a:t>
            </a:r>
            <a:endParaRPr lang="en-US" sz="18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연락이 안 되면 119 신고</a:t>
            </a:r>
            <a:endParaRPr lang="en-US" sz="18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600" dirty="0">
                <a:solidFill>
                  <a:srgbClr val="F3C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위험한 말 · 약 과다 · 낙상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 주의 (주황)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될 때 안부 확인</a:t>
            </a:r>
            <a:endParaRPr lang="en-US" sz="18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한 통, 방문 등으로</a:t>
            </a:r>
            <a:endParaRPr lang="en-US" sz="18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꺼져 있어도 소리로 알림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같은 상황은 1시간에 한 번만 알려 반복 알림을 막습니다.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볼 수 있나요?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1168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 볼 수 있어요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80360"/>
            <a:ext cx="46634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위급(걱정되는) 발화</a:t>
            </a:r>
            <a:endParaRPr lang="en-US" sz="18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인지·마음 건강 결과 요약</a:t>
            </a:r>
            <a:endParaRPr lang="en-US" sz="18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 알림 이력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🤫  볼 수 없어요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6634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어르신의 평소 일상 대화 원문</a:t>
            </a:r>
            <a:endParaRPr lang="en-US" sz="1800" dirty="0"/>
          </a:p>
          <a:p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어르신의 사생활은 그대로 보호됩니다.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걱정되는 순간만 공유하고,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평소 대화는 어르신만의 것.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알림이 안 올 때 확인하세요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2011680"/>
            <a:ext cx="1097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286000" y="201168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연결됐나요? (코드 입력까지 끝나야 함)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3035808"/>
            <a:ext cx="1097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📲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286000" y="3035808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앱에 로그인돼 있나요? (로그인해야 알림 받음)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" y="4059936"/>
            <a:ext cx="1097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286000" y="4059936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권한 + 배터리 최적화 예외를 켰나요?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51560" y="5084064"/>
            <a:ext cx="1097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286000" y="5084064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인터넷(와이파이/데이터)이 켜져 있나요?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보호자 안내서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E8734A">
              <a:alpha val="3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곁에서 지켜주셔서 감사합니다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3C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보호자님의 연결 하나가 어르신의 든든한 안전망이 됩니다.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설치·연결이 어려우면 담당자에게 문의해 주세요.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보호자 안내서</dc:title>
  <dc:subject>PptxGenJS Presentation</dc:subject>
  <dc:creator>마음이음</dc:creator>
  <cp:lastModifiedBy>마음이음</cp:lastModifiedBy>
  <cp:revision>1</cp:revision>
  <dcterms:created xsi:type="dcterms:W3CDTF">2026-07-01T06:33:44Z</dcterms:created>
  <dcterms:modified xsi:type="dcterms:W3CDTF">2026-07-01T06:33:44Z</dcterms:modified>
</cp:coreProperties>
</file>